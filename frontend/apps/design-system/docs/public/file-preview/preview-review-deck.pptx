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p="http://schemas.openxmlformats.org/presentationml/2006/main" xmlns:r="http://schemas.openxmlformats.org/officeDocument/2006/relationships">
  <p:sldSz cx="12192000" cy="6858000" type="wide"/>
  <p:notesSz cx="6858000" cy="9144000"/>
  <p:sldIdLst>
    <p:sldId id="256" r:id="rId1"/>
    <p:sldId id="257" r:id="rId2"/>
    <p:sldId id="258" r:id="rId3"/>
  </p:sldIdLst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762000" y="609600"/>
            <a:ext cx="10668000" cy="914400"/>
          </a:xfrm>
          <a:solidFill>
            <a:srgbClr val="FFFFFF"/>
          </a:solidFill>
        </p:spPr>
        <p:txBody>
          <a:bodyPr/>
          <a:lstStyle/>
          <a:p>
            <a:r>
              <a:rPr lang="en-US" sz="3600" b="1">
                <a:solidFill>
                  <a:srgbClr val="0F766E"/>
                </a:solidFill>
              </a:rPr>
              <a:t>Preview Coverage</a:t>
            </a:r>
            <a:endParaRPr lang="en-US" sz="3600"/>
          </a:p>
        </p:txBody>
      </p:sp>
      <p:sp>
        <p:nvSpPr>
          <p:cNvPr id="3" name="Body"/>
          <p:cNvSpPr/>
          <p:nvPr/>
        </p:nvSpPr>
        <p:spPr>
          <a:xfrm>
            <a:off x="762000" y="1778000"/>
            <a:ext cx="9144000" cy="3048000"/>
          </a:xfr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/>
          <a:lstStyle/>
          <a:p>
            <a:r>
              <a:rPr lang="en-US" sz="2200">
                <a:solidFill>
                  <a:srgbClr val="334155"/>
                </a:solidFill>
              </a:rPr>
              <a:t>PDF, image, Word, Excel, and PowerPoint render through the same FilePreview shell.</a:t>
            </a:r>
            <a:endParaRPr lang="en-US" sz="2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762000" y="609600"/>
            <a:ext cx="10668000" cy="914400"/>
          </a:xfrm>
          <a:solidFill>
            <a:srgbClr val="FFFFFF"/>
          </a:solidFill>
        </p:spPr>
        <p:txBody>
          <a:bodyPr/>
          <a:lstStyle/>
          <a:p>
            <a:r>
              <a:rPr lang="en-US" sz="3600" b="1">
                <a:solidFill>
                  <a:srgbClr val="2563EB"/>
                </a:solidFill>
              </a:rPr>
              <a:t>Quality Evidence</a:t>
            </a:r>
            <a:endParaRPr lang="en-US" sz="3600"/>
          </a:p>
        </p:txBody>
      </p:sp>
      <p:sp>
        <p:nvSpPr>
          <p:cNvPr id="3" name="Body"/>
          <p:cNvSpPr/>
          <p:nvPr/>
        </p:nvSpPr>
        <p:spPr>
          <a:xfrm>
            <a:off x="762000" y="1778000"/>
            <a:ext cx="9144000" cy="3048000"/>
          </a:xfr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/>
          <a:lstStyle/>
          <a:p>
            <a:r>
              <a:rPr lang="en-US" sz="2200">
                <a:solidFill>
                  <a:srgbClr val="334155"/>
                </a:solidFill>
              </a:rPr>
              <a:t>Incoming inspection evidence is reviewed with measured values, photos, and disposition notes.</a:t>
            </a:r>
            <a:endParaRPr lang="en-US" sz="2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762000" y="609600"/>
            <a:ext cx="10668000" cy="914400"/>
          </a:xfrm>
          <a:solidFill>
            <a:srgbClr val="FFFFFF"/>
          </a:solidFill>
        </p:spPr>
        <p:txBody>
          <a:bodyPr/>
          <a:lstStyle/>
          <a:p>
            <a:r>
              <a:rPr lang="en-US" sz="3600" b="1">
                <a:solidFill>
                  <a:srgbClr val="9333EA"/>
                </a:solidFill>
              </a:rPr>
              <a:t>Review Outcome</a:t>
            </a:r>
            <a:endParaRPr lang="en-US" sz="3600"/>
          </a:p>
        </p:txBody>
      </p:sp>
      <p:sp>
        <p:nvSpPr>
          <p:cNvPr id="3" name="Body"/>
          <p:cNvSpPr/>
          <p:nvPr/>
        </p:nvSpPr>
        <p:spPr>
          <a:xfrm>
            <a:off x="762000" y="1778000"/>
            <a:ext cx="9144000" cy="3048000"/>
          </a:xfr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/>
          <a:lstStyle/>
          <a:p>
            <a:r>
              <a:rPr lang="en-US" sz="2200">
                <a:solidFill>
                  <a:srgbClr val="334155"/>
                </a:solidFill>
              </a:rPr>
              <a:t>The preview should keep navigation, document canvas, and scrollable content aligned at full width.</a:t>
            </a:r>
            <a:endParaRPr lang="en-US" sz="2200"/>
          </a:p>
        </p:txBody>
      </p:sp>
    </p:spTree>
  </p:cSld>
  <p:clrMapOvr>
    <a:masterClrMapping/>
  </p:clrMapOvr>
</p:sld>
</file>

<file path=docProps/app.xml><?xml version="1.0" encoding="utf-8"?>
<Properties xmlns="http://schemas.openxmlformats.org/officeDocument/2006/extended-properties" xmlns:vt="http://schemas.openxmlformats.org/officeDocument/2006/docPropsVTypes">
  <Application>Nerv-IIP</Application>
  <Slides>3</Slides>
  <Company>Nerv-IIP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Preview Review Deck</dc:title>
  <dc:creator>Nerv-IIP Design System</dc:creator>
  <cp:lastModifiedBy>Nerv-IIP Design System</cp:lastModifiedBy>
  <dcterms:created xsi:type="dcterms:W3CDTF">2026-06-30T00:00:00Z</dcterms:created>
  <dcterms:modified xsi:type="dcterms:W3CDTF">2026-06-30T00:00:00Z</dcterms:modified>
</cp:coreProperties>
</file>